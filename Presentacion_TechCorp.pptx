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408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4558B6-CC1D-4BF6-987E-99A9A85D029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4D6352D-77D7-4133-85EE-6B7121C50954}">
      <dgm:prSet/>
      <dgm:spPr/>
      <dgm:t>
        <a:bodyPr/>
        <a:lstStyle/>
        <a:p>
          <a:r>
            <a:rPr lang="en-US"/>
            <a:t>Insight principal:</a:t>
          </a:r>
        </a:p>
      </dgm:t>
    </dgm:pt>
    <dgm:pt modelId="{B1741C7F-8620-4BA2-8A44-92092707392A}" type="parTrans" cxnId="{D7D2E090-7244-4336-91DD-96A790F14F0F}">
      <dgm:prSet/>
      <dgm:spPr/>
      <dgm:t>
        <a:bodyPr/>
        <a:lstStyle/>
        <a:p>
          <a:endParaRPr lang="en-US"/>
        </a:p>
      </dgm:t>
    </dgm:pt>
    <dgm:pt modelId="{205C0870-75DF-4337-99F5-FACD60DA2BD0}" type="sibTrans" cxnId="{D7D2E090-7244-4336-91DD-96A790F14F0F}">
      <dgm:prSet/>
      <dgm:spPr/>
      <dgm:t>
        <a:bodyPr/>
        <a:lstStyle/>
        <a:p>
          <a:endParaRPr lang="en-US"/>
        </a:p>
      </dgm:t>
    </dgm:pt>
    <dgm:pt modelId="{A450C21D-D1B3-42B1-8E74-DB982E0DD614}">
      <dgm:prSet/>
      <dgm:spPr/>
      <dgm:t>
        <a:bodyPr/>
        <a:lstStyle/>
        <a:p>
          <a:r>
            <a:rPr lang="en-US"/>
            <a:t>La transformación digital está generando resultados positivos, pero no de manera equilibrada.</a:t>
          </a:r>
        </a:p>
      </dgm:t>
    </dgm:pt>
    <dgm:pt modelId="{755E3E8E-4597-4A5E-ADBD-4C687C9A42C0}" type="parTrans" cxnId="{77B91C98-7737-4527-8CC5-9CCED26F8DDB}">
      <dgm:prSet/>
      <dgm:spPr/>
      <dgm:t>
        <a:bodyPr/>
        <a:lstStyle/>
        <a:p>
          <a:endParaRPr lang="en-US"/>
        </a:p>
      </dgm:t>
    </dgm:pt>
    <dgm:pt modelId="{D9467B3D-A9D7-41C6-92CB-EC7B47CBB994}" type="sibTrans" cxnId="{77B91C98-7737-4527-8CC5-9CCED26F8DDB}">
      <dgm:prSet/>
      <dgm:spPr/>
      <dgm:t>
        <a:bodyPr/>
        <a:lstStyle/>
        <a:p>
          <a:endParaRPr lang="en-US"/>
        </a:p>
      </dgm:t>
    </dgm:pt>
    <dgm:pt modelId="{34530828-B229-4EA5-825E-688E402A1AC8}">
      <dgm:prSet/>
      <dgm:spPr/>
      <dgm:t>
        <a:bodyPr/>
        <a:lstStyle/>
        <a:p>
          <a:r>
            <a:rPr lang="en-US"/>
            <a:t>Riesgo:</a:t>
          </a:r>
        </a:p>
      </dgm:t>
    </dgm:pt>
    <dgm:pt modelId="{E56FBD3D-2686-4611-8392-5A24CE0AB142}" type="parTrans" cxnId="{C0050347-FCA9-4DF7-AC1D-6654DA4E2B33}">
      <dgm:prSet/>
      <dgm:spPr/>
      <dgm:t>
        <a:bodyPr/>
        <a:lstStyle/>
        <a:p>
          <a:endParaRPr lang="en-US"/>
        </a:p>
      </dgm:t>
    </dgm:pt>
    <dgm:pt modelId="{CB51E2A9-11AC-4637-BD2B-B315B45F1CB1}" type="sibTrans" cxnId="{C0050347-FCA9-4DF7-AC1D-6654DA4E2B33}">
      <dgm:prSet/>
      <dgm:spPr/>
      <dgm:t>
        <a:bodyPr/>
        <a:lstStyle/>
        <a:p>
          <a:endParaRPr lang="en-US"/>
        </a:p>
      </dgm:t>
    </dgm:pt>
    <dgm:pt modelId="{56CAAD8E-DBE7-4359-B00E-FD0B2DD0FD9E}">
      <dgm:prSet/>
      <dgm:spPr/>
      <dgm:t>
        <a:bodyPr/>
        <a:lstStyle/>
        <a:p>
          <a:r>
            <a:rPr lang="en-US"/>
            <a:t>La presión sobre los equipos puede limitar el retorno futuro.</a:t>
          </a:r>
        </a:p>
      </dgm:t>
    </dgm:pt>
    <dgm:pt modelId="{276CACEE-150D-490D-8830-2DAAC1D7FE96}" type="parTrans" cxnId="{740F105F-7153-42A6-AB85-233D937FC55C}">
      <dgm:prSet/>
      <dgm:spPr/>
      <dgm:t>
        <a:bodyPr/>
        <a:lstStyle/>
        <a:p>
          <a:endParaRPr lang="en-US"/>
        </a:p>
      </dgm:t>
    </dgm:pt>
    <dgm:pt modelId="{5D5DD19C-63A5-4C7C-8F3F-605ACD0E6AF2}" type="sibTrans" cxnId="{740F105F-7153-42A6-AB85-233D937FC55C}">
      <dgm:prSet/>
      <dgm:spPr/>
      <dgm:t>
        <a:bodyPr/>
        <a:lstStyle/>
        <a:p>
          <a:endParaRPr lang="en-US"/>
        </a:p>
      </dgm:t>
    </dgm:pt>
    <dgm:pt modelId="{0C168B92-1793-46A9-9BC4-177C24D96E4C}">
      <dgm:prSet/>
      <dgm:spPr/>
      <dgm:t>
        <a:bodyPr/>
        <a:lstStyle/>
        <a:p>
          <a:r>
            <a:rPr lang="en-US"/>
            <a:t>Recomendación:</a:t>
          </a:r>
        </a:p>
      </dgm:t>
    </dgm:pt>
    <dgm:pt modelId="{95E96D6E-648D-4800-83E9-911B4C6086D3}" type="parTrans" cxnId="{38985D21-8D39-4D61-94E6-F3328A2D074E}">
      <dgm:prSet/>
      <dgm:spPr/>
      <dgm:t>
        <a:bodyPr/>
        <a:lstStyle/>
        <a:p>
          <a:endParaRPr lang="en-US"/>
        </a:p>
      </dgm:t>
    </dgm:pt>
    <dgm:pt modelId="{0A082B08-F319-4CD2-B293-0D1269A7BEC8}" type="sibTrans" cxnId="{38985D21-8D39-4D61-94E6-F3328A2D074E}">
      <dgm:prSet/>
      <dgm:spPr/>
      <dgm:t>
        <a:bodyPr/>
        <a:lstStyle/>
        <a:p>
          <a:endParaRPr lang="en-US"/>
        </a:p>
      </dgm:t>
    </dgm:pt>
    <dgm:pt modelId="{71939218-6609-4822-A6F9-40D14B0227AF}">
      <dgm:prSet/>
      <dgm:spPr/>
      <dgm:t>
        <a:bodyPr/>
        <a:lstStyle/>
        <a:p>
          <a:r>
            <a:rPr lang="en-US"/>
            <a:t>Avanzar hacia una segunda fase centrada en adopción, capacidades internas y sostenibilidad organizacional.</a:t>
          </a:r>
        </a:p>
      </dgm:t>
    </dgm:pt>
    <dgm:pt modelId="{87E4AC0B-5B35-44DC-8517-00543DAA9A88}" type="parTrans" cxnId="{BF721111-D119-4F6A-8324-FECDA7DF38C3}">
      <dgm:prSet/>
      <dgm:spPr/>
      <dgm:t>
        <a:bodyPr/>
        <a:lstStyle/>
        <a:p>
          <a:endParaRPr lang="en-US"/>
        </a:p>
      </dgm:t>
    </dgm:pt>
    <dgm:pt modelId="{79536A09-D198-4C9B-BB1F-CDA5B0EC7B7C}" type="sibTrans" cxnId="{BF721111-D119-4F6A-8324-FECDA7DF38C3}">
      <dgm:prSet/>
      <dgm:spPr/>
      <dgm:t>
        <a:bodyPr/>
        <a:lstStyle/>
        <a:p>
          <a:endParaRPr lang="en-US"/>
        </a:p>
      </dgm:t>
    </dgm:pt>
    <dgm:pt modelId="{243179FF-90F6-4C3C-B461-F1A2B153C6B2}" type="pres">
      <dgm:prSet presAssocID="{614558B6-CC1D-4BF6-987E-99A9A85D0294}" presName="root" presStyleCnt="0">
        <dgm:presLayoutVars>
          <dgm:dir/>
          <dgm:resizeHandles val="exact"/>
        </dgm:presLayoutVars>
      </dgm:prSet>
      <dgm:spPr/>
    </dgm:pt>
    <dgm:pt modelId="{AA8374F9-A3D3-4D89-BA8E-20BA30588992}" type="pres">
      <dgm:prSet presAssocID="{F4D6352D-77D7-4133-85EE-6B7121C50954}" presName="compNode" presStyleCnt="0"/>
      <dgm:spPr/>
    </dgm:pt>
    <dgm:pt modelId="{8792EB73-ED67-4C0B-86E4-0AFA2C129614}" type="pres">
      <dgm:prSet presAssocID="{F4D6352D-77D7-4133-85EE-6B7121C50954}" presName="bgRect" presStyleLbl="bgShp" presStyleIdx="0" presStyleCnt="6"/>
      <dgm:spPr/>
    </dgm:pt>
    <dgm:pt modelId="{B39ABC14-6450-4E62-91C4-E14B3F2BA4C2}" type="pres">
      <dgm:prSet presAssocID="{F4D6352D-77D7-4133-85EE-6B7121C5095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7384FF6-B55D-410B-9150-A70C99F2D22C}" type="pres">
      <dgm:prSet presAssocID="{F4D6352D-77D7-4133-85EE-6B7121C50954}" presName="spaceRect" presStyleCnt="0"/>
      <dgm:spPr/>
    </dgm:pt>
    <dgm:pt modelId="{69B0FA9B-30A5-497D-AE0D-B61A31573003}" type="pres">
      <dgm:prSet presAssocID="{F4D6352D-77D7-4133-85EE-6B7121C50954}" presName="parTx" presStyleLbl="revTx" presStyleIdx="0" presStyleCnt="6">
        <dgm:presLayoutVars>
          <dgm:chMax val="0"/>
          <dgm:chPref val="0"/>
        </dgm:presLayoutVars>
      </dgm:prSet>
      <dgm:spPr/>
    </dgm:pt>
    <dgm:pt modelId="{3C4744EF-4BCF-4F6F-992D-DB67D6DFEC30}" type="pres">
      <dgm:prSet presAssocID="{205C0870-75DF-4337-99F5-FACD60DA2BD0}" presName="sibTrans" presStyleCnt="0"/>
      <dgm:spPr/>
    </dgm:pt>
    <dgm:pt modelId="{20CA69A8-ABC0-4685-BFEB-5637D88797FB}" type="pres">
      <dgm:prSet presAssocID="{A450C21D-D1B3-42B1-8E74-DB982E0DD614}" presName="compNode" presStyleCnt="0"/>
      <dgm:spPr/>
    </dgm:pt>
    <dgm:pt modelId="{BAFC485B-15B2-4DE9-9547-6A68B725DB6C}" type="pres">
      <dgm:prSet presAssocID="{A450C21D-D1B3-42B1-8E74-DB982E0DD614}" presName="bgRect" presStyleLbl="bgShp" presStyleIdx="1" presStyleCnt="6"/>
      <dgm:spPr/>
    </dgm:pt>
    <dgm:pt modelId="{2EAF8BE5-C581-46D2-B306-BD9E29FFB98F}" type="pres">
      <dgm:prSet presAssocID="{A450C21D-D1B3-42B1-8E74-DB982E0DD61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F3E02850-EFE5-4981-AADB-914D50F53635}" type="pres">
      <dgm:prSet presAssocID="{A450C21D-D1B3-42B1-8E74-DB982E0DD614}" presName="spaceRect" presStyleCnt="0"/>
      <dgm:spPr/>
    </dgm:pt>
    <dgm:pt modelId="{84A75F0F-61BD-47A2-80BA-8DED7B9F27C3}" type="pres">
      <dgm:prSet presAssocID="{A450C21D-D1B3-42B1-8E74-DB982E0DD614}" presName="parTx" presStyleLbl="revTx" presStyleIdx="1" presStyleCnt="6">
        <dgm:presLayoutVars>
          <dgm:chMax val="0"/>
          <dgm:chPref val="0"/>
        </dgm:presLayoutVars>
      </dgm:prSet>
      <dgm:spPr/>
    </dgm:pt>
    <dgm:pt modelId="{B9C84F38-7430-4F7B-A028-0BE2CE728151}" type="pres">
      <dgm:prSet presAssocID="{D9467B3D-A9D7-41C6-92CB-EC7B47CBB994}" presName="sibTrans" presStyleCnt="0"/>
      <dgm:spPr/>
    </dgm:pt>
    <dgm:pt modelId="{C76555EF-CC6E-4A0D-A1EC-51F6FD23B6BD}" type="pres">
      <dgm:prSet presAssocID="{34530828-B229-4EA5-825E-688E402A1AC8}" presName="compNode" presStyleCnt="0"/>
      <dgm:spPr/>
    </dgm:pt>
    <dgm:pt modelId="{00476FA8-D670-41BB-A10F-448AB934BEFA}" type="pres">
      <dgm:prSet presAssocID="{34530828-B229-4EA5-825E-688E402A1AC8}" presName="bgRect" presStyleLbl="bgShp" presStyleIdx="2" presStyleCnt="6"/>
      <dgm:spPr/>
    </dgm:pt>
    <dgm:pt modelId="{BCFDB58E-D4F0-47A9-A795-3BFC90CF19BC}" type="pres">
      <dgm:prSet presAssocID="{34530828-B229-4EA5-825E-688E402A1AC8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o"/>
        </a:ext>
      </dgm:extLst>
    </dgm:pt>
    <dgm:pt modelId="{B622EFA3-3B68-4B51-A9EB-72EE13F0A26B}" type="pres">
      <dgm:prSet presAssocID="{34530828-B229-4EA5-825E-688E402A1AC8}" presName="spaceRect" presStyleCnt="0"/>
      <dgm:spPr/>
    </dgm:pt>
    <dgm:pt modelId="{1398D98C-87D5-4F63-8968-0AB877C5EE42}" type="pres">
      <dgm:prSet presAssocID="{34530828-B229-4EA5-825E-688E402A1AC8}" presName="parTx" presStyleLbl="revTx" presStyleIdx="2" presStyleCnt="6">
        <dgm:presLayoutVars>
          <dgm:chMax val="0"/>
          <dgm:chPref val="0"/>
        </dgm:presLayoutVars>
      </dgm:prSet>
      <dgm:spPr/>
    </dgm:pt>
    <dgm:pt modelId="{59DCAB20-484F-4B41-B782-37E630433F7C}" type="pres">
      <dgm:prSet presAssocID="{CB51E2A9-11AC-4637-BD2B-B315B45F1CB1}" presName="sibTrans" presStyleCnt="0"/>
      <dgm:spPr/>
    </dgm:pt>
    <dgm:pt modelId="{41E1D82F-2FB5-4805-8C10-4168F68DC091}" type="pres">
      <dgm:prSet presAssocID="{56CAAD8E-DBE7-4359-B00E-FD0B2DD0FD9E}" presName="compNode" presStyleCnt="0"/>
      <dgm:spPr/>
    </dgm:pt>
    <dgm:pt modelId="{0C618643-10CE-4FAA-A9ED-701BAA509DFA}" type="pres">
      <dgm:prSet presAssocID="{56CAAD8E-DBE7-4359-B00E-FD0B2DD0FD9E}" presName="bgRect" presStyleLbl="bgShp" presStyleIdx="3" presStyleCnt="6"/>
      <dgm:spPr/>
    </dgm:pt>
    <dgm:pt modelId="{1D0CE392-7202-43CC-8877-A15E5C3F31FA}" type="pres">
      <dgm:prSet presAssocID="{56CAAD8E-DBE7-4359-B00E-FD0B2DD0FD9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ort Balls"/>
        </a:ext>
      </dgm:extLst>
    </dgm:pt>
    <dgm:pt modelId="{F50AEB30-F822-4CCC-84C1-8D0BB1DCAA52}" type="pres">
      <dgm:prSet presAssocID="{56CAAD8E-DBE7-4359-B00E-FD0B2DD0FD9E}" presName="spaceRect" presStyleCnt="0"/>
      <dgm:spPr/>
    </dgm:pt>
    <dgm:pt modelId="{675262FE-42D1-4485-ACD2-799D382FB7A4}" type="pres">
      <dgm:prSet presAssocID="{56CAAD8E-DBE7-4359-B00E-FD0B2DD0FD9E}" presName="parTx" presStyleLbl="revTx" presStyleIdx="3" presStyleCnt="6">
        <dgm:presLayoutVars>
          <dgm:chMax val="0"/>
          <dgm:chPref val="0"/>
        </dgm:presLayoutVars>
      </dgm:prSet>
      <dgm:spPr/>
    </dgm:pt>
    <dgm:pt modelId="{96EA6EFD-C87F-44AF-BA02-5B807FBC25C3}" type="pres">
      <dgm:prSet presAssocID="{5D5DD19C-63A5-4C7C-8F3F-605ACD0E6AF2}" presName="sibTrans" presStyleCnt="0"/>
      <dgm:spPr/>
    </dgm:pt>
    <dgm:pt modelId="{5E323536-7280-4400-A22E-1440F4F174A9}" type="pres">
      <dgm:prSet presAssocID="{0C168B92-1793-46A9-9BC4-177C24D96E4C}" presName="compNode" presStyleCnt="0"/>
      <dgm:spPr/>
    </dgm:pt>
    <dgm:pt modelId="{F6DEE7B9-6394-4A30-A7C9-88820551F991}" type="pres">
      <dgm:prSet presAssocID="{0C168B92-1793-46A9-9BC4-177C24D96E4C}" presName="bgRect" presStyleLbl="bgShp" presStyleIdx="4" presStyleCnt="6"/>
      <dgm:spPr/>
    </dgm:pt>
    <dgm:pt modelId="{72B85C32-639D-4414-B1BA-BF914B6D209F}" type="pres">
      <dgm:prSet presAssocID="{0C168B92-1793-46A9-9BC4-177C24D96E4C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5BD81476-C08B-4EFD-A853-5A61DE1B8926}" type="pres">
      <dgm:prSet presAssocID="{0C168B92-1793-46A9-9BC4-177C24D96E4C}" presName="spaceRect" presStyleCnt="0"/>
      <dgm:spPr/>
    </dgm:pt>
    <dgm:pt modelId="{9E290D77-D085-442F-ACB9-2AAF22A417D8}" type="pres">
      <dgm:prSet presAssocID="{0C168B92-1793-46A9-9BC4-177C24D96E4C}" presName="parTx" presStyleLbl="revTx" presStyleIdx="4" presStyleCnt="6">
        <dgm:presLayoutVars>
          <dgm:chMax val="0"/>
          <dgm:chPref val="0"/>
        </dgm:presLayoutVars>
      </dgm:prSet>
      <dgm:spPr/>
    </dgm:pt>
    <dgm:pt modelId="{2B1CC9D8-08B0-433E-B28D-282E15024BFA}" type="pres">
      <dgm:prSet presAssocID="{0A082B08-F319-4CD2-B293-0D1269A7BEC8}" presName="sibTrans" presStyleCnt="0"/>
      <dgm:spPr/>
    </dgm:pt>
    <dgm:pt modelId="{21E528CE-0A33-411D-9CE0-57E6799F30BF}" type="pres">
      <dgm:prSet presAssocID="{71939218-6609-4822-A6F9-40D14B0227AF}" presName="compNode" presStyleCnt="0"/>
      <dgm:spPr/>
    </dgm:pt>
    <dgm:pt modelId="{DA3B3496-18F2-47EF-85DF-5733875EFD67}" type="pres">
      <dgm:prSet presAssocID="{71939218-6609-4822-A6F9-40D14B0227AF}" presName="bgRect" presStyleLbl="bgShp" presStyleIdx="5" presStyleCnt="6"/>
      <dgm:spPr/>
    </dgm:pt>
    <dgm:pt modelId="{D1C8E1A7-7EE1-4C9A-B7CC-B5A8D9698D90}" type="pres">
      <dgm:prSet presAssocID="{71939218-6609-4822-A6F9-40D14B0227AF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1F95D8FE-C55B-4C01-9A2B-9D2FEE3B8D09}" type="pres">
      <dgm:prSet presAssocID="{71939218-6609-4822-A6F9-40D14B0227AF}" presName="spaceRect" presStyleCnt="0"/>
      <dgm:spPr/>
    </dgm:pt>
    <dgm:pt modelId="{77888BAC-0A8D-4A86-8395-86F3508779A7}" type="pres">
      <dgm:prSet presAssocID="{71939218-6609-4822-A6F9-40D14B0227A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F721111-D119-4F6A-8324-FECDA7DF38C3}" srcId="{614558B6-CC1D-4BF6-987E-99A9A85D0294}" destId="{71939218-6609-4822-A6F9-40D14B0227AF}" srcOrd="5" destOrd="0" parTransId="{87E4AC0B-5B35-44DC-8517-00543DAA9A88}" sibTransId="{79536A09-D198-4C9B-BB1F-CDA5B0EC7B7C}"/>
    <dgm:cxn modelId="{D25A9213-2F2C-491B-84EF-60C6F6EFA731}" type="presOf" srcId="{0C168B92-1793-46A9-9BC4-177C24D96E4C}" destId="{9E290D77-D085-442F-ACB9-2AAF22A417D8}" srcOrd="0" destOrd="0" presId="urn:microsoft.com/office/officeart/2018/2/layout/IconVerticalSolidList"/>
    <dgm:cxn modelId="{38985D21-8D39-4D61-94E6-F3328A2D074E}" srcId="{614558B6-CC1D-4BF6-987E-99A9A85D0294}" destId="{0C168B92-1793-46A9-9BC4-177C24D96E4C}" srcOrd="4" destOrd="0" parTransId="{95E96D6E-648D-4800-83E9-911B4C6086D3}" sibTransId="{0A082B08-F319-4CD2-B293-0D1269A7BEC8}"/>
    <dgm:cxn modelId="{F8C7D02E-7E4E-4F49-9CED-5BBB81676694}" type="presOf" srcId="{F4D6352D-77D7-4133-85EE-6B7121C50954}" destId="{69B0FA9B-30A5-497D-AE0D-B61A31573003}" srcOrd="0" destOrd="0" presId="urn:microsoft.com/office/officeart/2018/2/layout/IconVerticalSolidList"/>
    <dgm:cxn modelId="{740F105F-7153-42A6-AB85-233D937FC55C}" srcId="{614558B6-CC1D-4BF6-987E-99A9A85D0294}" destId="{56CAAD8E-DBE7-4359-B00E-FD0B2DD0FD9E}" srcOrd="3" destOrd="0" parTransId="{276CACEE-150D-490D-8830-2DAAC1D7FE96}" sibTransId="{5D5DD19C-63A5-4C7C-8F3F-605ACD0E6AF2}"/>
    <dgm:cxn modelId="{C0050347-FCA9-4DF7-AC1D-6654DA4E2B33}" srcId="{614558B6-CC1D-4BF6-987E-99A9A85D0294}" destId="{34530828-B229-4EA5-825E-688E402A1AC8}" srcOrd="2" destOrd="0" parTransId="{E56FBD3D-2686-4611-8392-5A24CE0AB142}" sibTransId="{CB51E2A9-11AC-4637-BD2B-B315B45F1CB1}"/>
    <dgm:cxn modelId="{25486148-C2FD-46C0-9E0B-2525043A8ED1}" type="presOf" srcId="{34530828-B229-4EA5-825E-688E402A1AC8}" destId="{1398D98C-87D5-4F63-8968-0AB877C5EE42}" srcOrd="0" destOrd="0" presId="urn:microsoft.com/office/officeart/2018/2/layout/IconVerticalSolidList"/>
    <dgm:cxn modelId="{BD0E917F-1089-4360-8846-EA8F0521ADFD}" type="presOf" srcId="{614558B6-CC1D-4BF6-987E-99A9A85D0294}" destId="{243179FF-90F6-4C3C-B461-F1A2B153C6B2}" srcOrd="0" destOrd="0" presId="urn:microsoft.com/office/officeart/2018/2/layout/IconVerticalSolidList"/>
    <dgm:cxn modelId="{D7D2E090-7244-4336-91DD-96A790F14F0F}" srcId="{614558B6-CC1D-4BF6-987E-99A9A85D0294}" destId="{F4D6352D-77D7-4133-85EE-6B7121C50954}" srcOrd="0" destOrd="0" parTransId="{B1741C7F-8620-4BA2-8A44-92092707392A}" sibTransId="{205C0870-75DF-4337-99F5-FACD60DA2BD0}"/>
    <dgm:cxn modelId="{F17B8792-B98D-4C81-AE24-55FB06A823E0}" type="presOf" srcId="{A450C21D-D1B3-42B1-8E74-DB982E0DD614}" destId="{84A75F0F-61BD-47A2-80BA-8DED7B9F27C3}" srcOrd="0" destOrd="0" presId="urn:microsoft.com/office/officeart/2018/2/layout/IconVerticalSolidList"/>
    <dgm:cxn modelId="{77B91C98-7737-4527-8CC5-9CCED26F8DDB}" srcId="{614558B6-CC1D-4BF6-987E-99A9A85D0294}" destId="{A450C21D-D1B3-42B1-8E74-DB982E0DD614}" srcOrd="1" destOrd="0" parTransId="{755E3E8E-4597-4A5E-ADBD-4C687C9A42C0}" sibTransId="{D9467B3D-A9D7-41C6-92CB-EC7B47CBB994}"/>
    <dgm:cxn modelId="{32936FD7-8BDD-4BF6-9190-0A606502EAA2}" type="presOf" srcId="{71939218-6609-4822-A6F9-40D14B0227AF}" destId="{77888BAC-0A8D-4A86-8395-86F3508779A7}" srcOrd="0" destOrd="0" presId="urn:microsoft.com/office/officeart/2018/2/layout/IconVerticalSolidList"/>
    <dgm:cxn modelId="{12ADF8E7-C33E-406E-A51C-2D18187C7D5C}" type="presOf" srcId="{56CAAD8E-DBE7-4359-B00E-FD0B2DD0FD9E}" destId="{675262FE-42D1-4485-ACD2-799D382FB7A4}" srcOrd="0" destOrd="0" presId="urn:microsoft.com/office/officeart/2018/2/layout/IconVerticalSolidList"/>
    <dgm:cxn modelId="{342B661F-3288-4093-800D-04889351A302}" type="presParOf" srcId="{243179FF-90F6-4C3C-B461-F1A2B153C6B2}" destId="{AA8374F9-A3D3-4D89-BA8E-20BA30588992}" srcOrd="0" destOrd="0" presId="urn:microsoft.com/office/officeart/2018/2/layout/IconVerticalSolidList"/>
    <dgm:cxn modelId="{EBC304C4-25B8-4B17-8EF2-BA28B803D7C0}" type="presParOf" srcId="{AA8374F9-A3D3-4D89-BA8E-20BA30588992}" destId="{8792EB73-ED67-4C0B-86E4-0AFA2C129614}" srcOrd="0" destOrd="0" presId="urn:microsoft.com/office/officeart/2018/2/layout/IconVerticalSolidList"/>
    <dgm:cxn modelId="{91BDBD0C-5F44-4709-9D67-964A9156C235}" type="presParOf" srcId="{AA8374F9-A3D3-4D89-BA8E-20BA30588992}" destId="{B39ABC14-6450-4E62-91C4-E14B3F2BA4C2}" srcOrd="1" destOrd="0" presId="urn:microsoft.com/office/officeart/2018/2/layout/IconVerticalSolidList"/>
    <dgm:cxn modelId="{6A4EEE4B-A2CC-4C3A-96F5-C1902D9ED2E9}" type="presParOf" srcId="{AA8374F9-A3D3-4D89-BA8E-20BA30588992}" destId="{D7384FF6-B55D-410B-9150-A70C99F2D22C}" srcOrd="2" destOrd="0" presId="urn:microsoft.com/office/officeart/2018/2/layout/IconVerticalSolidList"/>
    <dgm:cxn modelId="{50D77DD4-ED7C-44E0-AB4C-BFBB56023155}" type="presParOf" srcId="{AA8374F9-A3D3-4D89-BA8E-20BA30588992}" destId="{69B0FA9B-30A5-497D-AE0D-B61A31573003}" srcOrd="3" destOrd="0" presId="urn:microsoft.com/office/officeart/2018/2/layout/IconVerticalSolidList"/>
    <dgm:cxn modelId="{357CC861-4247-4651-BA1F-C24FFF3BE61D}" type="presParOf" srcId="{243179FF-90F6-4C3C-B461-F1A2B153C6B2}" destId="{3C4744EF-4BCF-4F6F-992D-DB67D6DFEC30}" srcOrd="1" destOrd="0" presId="urn:microsoft.com/office/officeart/2018/2/layout/IconVerticalSolidList"/>
    <dgm:cxn modelId="{727F4B7F-20EF-48DA-A5B8-C108AC5F5F59}" type="presParOf" srcId="{243179FF-90F6-4C3C-B461-F1A2B153C6B2}" destId="{20CA69A8-ABC0-4685-BFEB-5637D88797FB}" srcOrd="2" destOrd="0" presId="urn:microsoft.com/office/officeart/2018/2/layout/IconVerticalSolidList"/>
    <dgm:cxn modelId="{E5024BB5-3874-4443-B8FC-AD090527D7E5}" type="presParOf" srcId="{20CA69A8-ABC0-4685-BFEB-5637D88797FB}" destId="{BAFC485B-15B2-4DE9-9547-6A68B725DB6C}" srcOrd="0" destOrd="0" presId="urn:microsoft.com/office/officeart/2018/2/layout/IconVerticalSolidList"/>
    <dgm:cxn modelId="{A665B592-EF4E-4C9E-97A0-8A2384A66574}" type="presParOf" srcId="{20CA69A8-ABC0-4685-BFEB-5637D88797FB}" destId="{2EAF8BE5-C581-46D2-B306-BD9E29FFB98F}" srcOrd="1" destOrd="0" presId="urn:microsoft.com/office/officeart/2018/2/layout/IconVerticalSolidList"/>
    <dgm:cxn modelId="{346E703C-8C0A-4A42-910A-D30C37F55CC7}" type="presParOf" srcId="{20CA69A8-ABC0-4685-BFEB-5637D88797FB}" destId="{F3E02850-EFE5-4981-AADB-914D50F53635}" srcOrd="2" destOrd="0" presId="urn:microsoft.com/office/officeart/2018/2/layout/IconVerticalSolidList"/>
    <dgm:cxn modelId="{9963563E-1F79-46A7-9FAC-62C252C177D0}" type="presParOf" srcId="{20CA69A8-ABC0-4685-BFEB-5637D88797FB}" destId="{84A75F0F-61BD-47A2-80BA-8DED7B9F27C3}" srcOrd="3" destOrd="0" presId="urn:microsoft.com/office/officeart/2018/2/layout/IconVerticalSolidList"/>
    <dgm:cxn modelId="{D1F17304-86C4-47C6-B6B8-D772B9953A2A}" type="presParOf" srcId="{243179FF-90F6-4C3C-B461-F1A2B153C6B2}" destId="{B9C84F38-7430-4F7B-A028-0BE2CE728151}" srcOrd="3" destOrd="0" presId="urn:microsoft.com/office/officeart/2018/2/layout/IconVerticalSolidList"/>
    <dgm:cxn modelId="{6D5D0B83-343D-451E-915C-2ED311CD87D9}" type="presParOf" srcId="{243179FF-90F6-4C3C-B461-F1A2B153C6B2}" destId="{C76555EF-CC6E-4A0D-A1EC-51F6FD23B6BD}" srcOrd="4" destOrd="0" presId="urn:microsoft.com/office/officeart/2018/2/layout/IconVerticalSolidList"/>
    <dgm:cxn modelId="{00B74129-5552-4A46-84E7-62CF3483C0A6}" type="presParOf" srcId="{C76555EF-CC6E-4A0D-A1EC-51F6FD23B6BD}" destId="{00476FA8-D670-41BB-A10F-448AB934BEFA}" srcOrd="0" destOrd="0" presId="urn:microsoft.com/office/officeart/2018/2/layout/IconVerticalSolidList"/>
    <dgm:cxn modelId="{0386757D-7D45-4391-B4B6-D689401E8CB1}" type="presParOf" srcId="{C76555EF-CC6E-4A0D-A1EC-51F6FD23B6BD}" destId="{BCFDB58E-D4F0-47A9-A795-3BFC90CF19BC}" srcOrd="1" destOrd="0" presId="urn:microsoft.com/office/officeart/2018/2/layout/IconVerticalSolidList"/>
    <dgm:cxn modelId="{5CD641A0-7881-4C69-8C23-25DF2BC6BFA8}" type="presParOf" srcId="{C76555EF-CC6E-4A0D-A1EC-51F6FD23B6BD}" destId="{B622EFA3-3B68-4B51-A9EB-72EE13F0A26B}" srcOrd="2" destOrd="0" presId="urn:microsoft.com/office/officeart/2018/2/layout/IconVerticalSolidList"/>
    <dgm:cxn modelId="{7D6BAF7D-0537-4B46-BDE4-2CE419FF9216}" type="presParOf" srcId="{C76555EF-CC6E-4A0D-A1EC-51F6FD23B6BD}" destId="{1398D98C-87D5-4F63-8968-0AB877C5EE42}" srcOrd="3" destOrd="0" presId="urn:microsoft.com/office/officeart/2018/2/layout/IconVerticalSolidList"/>
    <dgm:cxn modelId="{5E1660BF-2563-4C21-9A66-BED7666DBA9C}" type="presParOf" srcId="{243179FF-90F6-4C3C-B461-F1A2B153C6B2}" destId="{59DCAB20-484F-4B41-B782-37E630433F7C}" srcOrd="5" destOrd="0" presId="urn:microsoft.com/office/officeart/2018/2/layout/IconVerticalSolidList"/>
    <dgm:cxn modelId="{745CA16C-4911-47C3-88F1-8B58B87C7F80}" type="presParOf" srcId="{243179FF-90F6-4C3C-B461-F1A2B153C6B2}" destId="{41E1D82F-2FB5-4805-8C10-4168F68DC091}" srcOrd="6" destOrd="0" presId="urn:microsoft.com/office/officeart/2018/2/layout/IconVerticalSolidList"/>
    <dgm:cxn modelId="{E177677F-D0E6-4DCB-B9BA-8E84939BA6D5}" type="presParOf" srcId="{41E1D82F-2FB5-4805-8C10-4168F68DC091}" destId="{0C618643-10CE-4FAA-A9ED-701BAA509DFA}" srcOrd="0" destOrd="0" presId="urn:microsoft.com/office/officeart/2018/2/layout/IconVerticalSolidList"/>
    <dgm:cxn modelId="{690AF80E-169C-4530-8B54-C6E499C44C50}" type="presParOf" srcId="{41E1D82F-2FB5-4805-8C10-4168F68DC091}" destId="{1D0CE392-7202-43CC-8877-A15E5C3F31FA}" srcOrd="1" destOrd="0" presId="urn:microsoft.com/office/officeart/2018/2/layout/IconVerticalSolidList"/>
    <dgm:cxn modelId="{E2F7A534-B5F4-4E82-95A5-CA2391979124}" type="presParOf" srcId="{41E1D82F-2FB5-4805-8C10-4168F68DC091}" destId="{F50AEB30-F822-4CCC-84C1-8D0BB1DCAA52}" srcOrd="2" destOrd="0" presId="urn:microsoft.com/office/officeart/2018/2/layout/IconVerticalSolidList"/>
    <dgm:cxn modelId="{32133439-374C-456D-BA60-A38271B13780}" type="presParOf" srcId="{41E1D82F-2FB5-4805-8C10-4168F68DC091}" destId="{675262FE-42D1-4485-ACD2-799D382FB7A4}" srcOrd="3" destOrd="0" presId="urn:microsoft.com/office/officeart/2018/2/layout/IconVerticalSolidList"/>
    <dgm:cxn modelId="{E7E8FFC1-2151-400C-96AA-B0DB740C432A}" type="presParOf" srcId="{243179FF-90F6-4C3C-B461-F1A2B153C6B2}" destId="{96EA6EFD-C87F-44AF-BA02-5B807FBC25C3}" srcOrd="7" destOrd="0" presId="urn:microsoft.com/office/officeart/2018/2/layout/IconVerticalSolidList"/>
    <dgm:cxn modelId="{77D588CF-0740-48DA-88DA-A3D5606EE8BB}" type="presParOf" srcId="{243179FF-90F6-4C3C-B461-F1A2B153C6B2}" destId="{5E323536-7280-4400-A22E-1440F4F174A9}" srcOrd="8" destOrd="0" presId="urn:microsoft.com/office/officeart/2018/2/layout/IconVerticalSolidList"/>
    <dgm:cxn modelId="{47612CC0-B8D5-4547-BB83-D4B75B1C7078}" type="presParOf" srcId="{5E323536-7280-4400-A22E-1440F4F174A9}" destId="{F6DEE7B9-6394-4A30-A7C9-88820551F991}" srcOrd="0" destOrd="0" presId="urn:microsoft.com/office/officeart/2018/2/layout/IconVerticalSolidList"/>
    <dgm:cxn modelId="{3AA483F5-6211-40B7-B720-BA9076FC78DA}" type="presParOf" srcId="{5E323536-7280-4400-A22E-1440F4F174A9}" destId="{72B85C32-639D-4414-B1BA-BF914B6D209F}" srcOrd="1" destOrd="0" presId="urn:microsoft.com/office/officeart/2018/2/layout/IconVerticalSolidList"/>
    <dgm:cxn modelId="{62AB0136-117A-41C8-BA2F-379CAC66C602}" type="presParOf" srcId="{5E323536-7280-4400-A22E-1440F4F174A9}" destId="{5BD81476-C08B-4EFD-A853-5A61DE1B8926}" srcOrd="2" destOrd="0" presId="urn:microsoft.com/office/officeart/2018/2/layout/IconVerticalSolidList"/>
    <dgm:cxn modelId="{E963C53C-4895-49D1-A36E-F81B32293EBB}" type="presParOf" srcId="{5E323536-7280-4400-A22E-1440F4F174A9}" destId="{9E290D77-D085-442F-ACB9-2AAF22A417D8}" srcOrd="3" destOrd="0" presId="urn:microsoft.com/office/officeart/2018/2/layout/IconVerticalSolidList"/>
    <dgm:cxn modelId="{149C9CA4-CCB3-4593-B5D7-81D13EDDF3AD}" type="presParOf" srcId="{243179FF-90F6-4C3C-B461-F1A2B153C6B2}" destId="{2B1CC9D8-08B0-433E-B28D-282E15024BFA}" srcOrd="9" destOrd="0" presId="urn:microsoft.com/office/officeart/2018/2/layout/IconVerticalSolidList"/>
    <dgm:cxn modelId="{8F1562EC-D277-4E86-9B62-95408B74D4E3}" type="presParOf" srcId="{243179FF-90F6-4C3C-B461-F1A2B153C6B2}" destId="{21E528CE-0A33-411D-9CE0-57E6799F30BF}" srcOrd="10" destOrd="0" presId="urn:microsoft.com/office/officeart/2018/2/layout/IconVerticalSolidList"/>
    <dgm:cxn modelId="{3176D6FE-CFCF-484C-963F-613B60AF9434}" type="presParOf" srcId="{21E528CE-0A33-411D-9CE0-57E6799F30BF}" destId="{DA3B3496-18F2-47EF-85DF-5733875EFD67}" srcOrd="0" destOrd="0" presId="urn:microsoft.com/office/officeart/2018/2/layout/IconVerticalSolidList"/>
    <dgm:cxn modelId="{7A84FF58-E3C2-4C2D-AA7B-857438A9DA14}" type="presParOf" srcId="{21E528CE-0A33-411D-9CE0-57E6799F30BF}" destId="{D1C8E1A7-7EE1-4C9A-B7CC-B5A8D9698D90}" srcOrd="1" destOrd="0" presId="urn:microsoft.com/office/officeart/2018/2/layout/IconVerticalSolidList"/>
    <dgm:cxn modelId="{ED1C03C4-CE9F-496F-8893-B9D768E95A15}" type="presParOf" srcId="{21E528CE-0A33-411D-9CE0-57E6799F30BF}" destId="{1F95D8FE-C55B-4C01-9A2B-9D2FEE3B8D09}" srcOrd="2" destOrd="0" presId="urn:microsoft.com/office/officeart/2018/2/layout/IconVerticalSolidList"/>
    <dgm:cxn modelId="{3C57295D-5AC5-459C-8364-AD6EC4C165DB}" type="presParOf" srcId="{21E528CE-0A33-411D-9CE0-57E6799F30BF}" destId="{77888BAC-0A8D-4A86-8395-86F3508779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2EB73-ED67-4C0B-86E4-0AFA2C129614}">
      <dsp:nvSpPr>
        <dsp:cNvPr id="0" name=""/>
        <dsp:cNvSpPr/>
      </dsp:nvSpPr>
      <dsp:spPr>
        <a:xfrm>
          <a:off x="0" y="1808"/>
          <a:ext cx="4683949" cy="7704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ABC14-6450-4E62-91C4-E14B3F2BA4C2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0FA9B-30A5-497D-AE0D-B61A31573003}">
      <dsp:nvSpPr>
        <dsp:cNvPr id="0" name=""/>
        <dsp:cNvSpPr/>
      </dsp:nvSpPr>
      <dsp:spPr>
        <a:xfrm>
          <a:off x="889864" y="1808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Insight principal:</a:t>
          </a:r>
        </a:p>
      </dsp:txBody>
      <dsp:txXfrm>
        <a:off x="889864" y="1808"/>
        <a:ext cx="3794084" cy="770445"/>
      </dsp:txXfrm>
    </dsp:sp>
    <dsp:sp modelId="{BAFC485B-15B2-4DE9-9547-6A68B725DB6C}">
      <dsp:nvSpPr>
        <dsp:cNvPr id="0" name=""/>
        <dsp:cNvSpPr/>
      </dsp:nvSpPr>
      <dsp:spPr>
        <a:xfrm>
          <a:off x="0" y="964865"/>
          <a:ext cx="4683949" cy="7704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F8BE5-C581-46D2-B306-BD9E29FFB98F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75F0F-61BD-47A2-80BA-8DED7B9F27C3}">
      <dsp:nvSpPr>
        <dsp:cNvPr id="0" name=""/>
        <dsp:cNvSpPr/>
      </dsp:nvSpPr>
      <dsp:spPr>
        <a:xfrm>
          <a:off x="889864" y="964865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 transformación digital está generando resultados positivos, pero no de manera equilibrada.</a:t>
          </a:r>
        </a:p>
      </dsp:txBody>
      <dsp:txXfrm>
        <a:off x="889864" y="964865"/>
        <a:ext cx="3794084" cy="770445"/>
      </dsp:txXfrm>
    </dsp:sp>
    <dsp:sp modelId="{00476FA8-D670-41BB-A10F-448AB934BEFA}">
      <dsp:nvSpPr>
        <dsp:cNvPr id="0" name=""/>
        <dsp:cNvSpPr/>
      </dsp:nvSpPr>
      <dsp:spPr>
        <a:xfrm>
          <a:off x="0" y="1927922"/>
          <a:ext cx="4683949" cy="7704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DB58E-D4F0-47A9-A795-3BFC90CF19BC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8D98C-87D5-4F63-8968-0AB877C5EE42}">
      <dsp:nvSpPr>
        <dsp:cNvPr id="0" name=""/>
        <dsp:cNvSpPr/>
      </dsp:nvSpPr>
      <dsp:spPr>
        <a:xfrm>
          <a:off x="889864" y="1927922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Riesgo:</a:t>
          </a:r>
        </a:p>
      </dsp:txBody>
      <dsp:txXfrm>
        <a:off x="889864" y="1927922"/>
        <a:ext cx="3794084" cy="770445"/>
      </dsp:txXfrm>
    </dsp:sp>
    <dsp:sp modelId="{0C618643-10CE-4FAA-A9ED-701BAA509DFA}">
      <dsp:nvSpPr>
        <dsp:cNvPr id="0" name=""/>
        <dsp:cNvSpPr/>
      </dsp:nvSpPr>
      <dsp:spPr>
        <a:xfrm>
          <a:off x="0" y="2890979"/>
          <a:ext cx="4683949" cy="7704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CE392-7202-43CC-8877-A15E5C3F31FA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262FE-42D1-4485-ACD2-799D382FB7A4}">
      <dsp:nvSpPr>
        <dsp:cNvPr id="0" name=""/>
        <dsp:cNvSpPr/>
      </dsp:nvSpPr>
      <dsp:spPr>
        <a:xfrm>
          <a:off x="889864" y="2890979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 presión sobre los equipos puede limitar el retorno futuro.</a:t>
          </a:r>
        </a:p>
      </dsp:txBody>
      <dsp:txXfrm>
        <a:off x="889864" y="2890979"/>
        <a:ext cx="3794084" cy="770445"/>
      </dsp:txXfrm>
    </dsp:sp>
    <dsp:sp modelId="{F6DEE7B9-6394-4A30-A7C9-88820551F991}">
      <dsp:nvSpPr>
        <dsp:cNvPr id="0" name=""/>
        <dsp:cNvSpPr/>
      </dsp:nvSpPr>
      <dsp:spPr>
        <a:xfrm>
          <a:off x="0" y="3854036"/>
          <a:ext cx="4683949" cy="7704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85C32-639D-4414-B1BA-BF914B6D209F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90D77-D085-442F-ACB9-2AAF22A417D8}">
      <dsp:nvSpPr>
        <dsp:cNvPr id="0" name=""/>
        <dsp:cNvSpPr/>
      </dsp:nvSpPr>
      <dsp:spPr>
        <a:xfrm>
          <a:off x="889864" y="3854036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Recomendación:</a:t>
          </a:r>
        </a:p>
      </dsp:txBody>
      <dsp:txXfrm>
        <a:off x="889864" y="3854036"/>
        <a:ext cx="3794084" cy="770445"/>
      </dsp:txXfrm>
    </dsp:sp>
    <dsp:sp modelId="{DA3B3496-18F2-47EF-85DF-5733875EFD67}">
      <dsp:nvSpPr>
        <dsp:cNvPr id="0" name=""/>
        <dsp:cNvSpPr/>
      </dsp:nvSpPr>
      <dsp:spPr>
        <a:xfrm>
          <a:off x="0" y="4817093"/>
          <a:ext cx="4683949" cy="7704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8E1A7-7EE1-4C9A-B7CC-B5A8D9698D90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88BAC-0A8D-4A86-8395-86F3508779A7}">
      <dsp:nvSpPr>
        <dsp:cNvPr id="0" name=""/>
        <dsp:cNvSpPr/>
      </dsp:nvSpPr>
      <dsp:spPr>
        <a:xfrm>
          <a:off x="889864" y="4817093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Avanzar hacia una segunda fase centrada en adopción, capacidades internas y sostenibilidad organizacional.</a:t>
          </a:r>
        </a:p>
      </dsp:txBody>
      <dsp:txXfrm>
        <a:off x="889864" y="4817093"/>
        <a:ext cx="3794084" cy="770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D542096B-E603-9977-4D1D-0649A3B2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7" r="11414" b="-2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39219" y="271092"/>
            <a:ext cx="4065561" cy="9144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14594" y="623125"/>
            <a:ext cx="3067943" cy="180645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7794" y="4172881"/>
            <a:ext cx="5366057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271" y="1936866"/>
            <a:ext cx="3636783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>
                <a:solidFill>
                  <a:srgbClr val="FFFFFF"/>
                </a:solidFill>
              </a:rPr>
              <a:t>Transformación Digital en TechCorp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71" y="4873600"/>
            <a:ext cx="3636783" cy="118360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>
                <a:solidFill>
                  <a:srgbClr val="FFFFFF"/>
                </a:solidFill>
              </a:rPr>
              <a:t>Avances, desafíos y próximos pasos estratégicos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05052" y="-7619"/>
            <a:ext cx="746740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4000"/>
              <a:t>Resultados del negocio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s-CL" sz="1900"/>
              <a:t>La transformación digital mejora productividad, NPS y recompra.</a:t>
            </a:r>
          </a:p>
          <a:p>
            <a:endParaRPr lang="es-CL" sz="19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2B4B6D7-716F-727A-8C48-C8F5A859E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53969"/>
            <a:ext cx="5177790" cy="2550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9144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609902"/>
            <a:ext cx="5193019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>
                <a:solidFill>
                  <a:srgbClr val="FFFFFF"/>
                </a:solidFill>
              </a:rPr>
              <a:t>Eficiencia operativa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1669" y="5600706"/>
            <a:ext cx="2665106" cy="934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>
                <a:solidFill>
                  <a:srgbClr val="FFFFFF"/>
                </a:solidFill>
              </a:rPr>
              <a:t>Los indicadores operativos muestran mejora sostenida.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1EF5C1-A4DF-A9B6-42B0-6D2F8E31DD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81" r="1679" b="1"/>
          <a:stretch>
            <a:fillRect/>
          </a:stretch>
        </p:blipFill>
        <p:spPr>
          <a:xfrm>
            <a:off x="20" y="10"/>
            <a:ext cx="9143979" cy="53522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600"/>
              <a:t>Impacto de la adopción digital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s-CL" sz="1900"/>
              <a:t>La adopción digital impulsa el retorno de la inversión.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112D2A8-2F83-2E6C-EC4E-AE88B349C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53969"/>
            <a:ext cx="5177790" cy="25500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9144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609902"/>
            <a:ext cx="5193019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>
                <a:solidFill>
                  <a:srgbClr val="FFFFFF"/>
                </a:solidFill>
              </a:rPr>
              <a:t>Desafío crítico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1669" y="5600706"/>
            <a:ext cx="2665106" cy="934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>
                <a:solidFill>
                  <a:srgbClr val="FFFFFF"/>
                </a:solidFill>
              </a:rPr>
              <a:t>La transformación está generando presión sobre las personas.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236957-32F8-0604-736C-84E4B045CA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21" r="5839" b="1"/>
          <a:stretch>
            <a:fillRect/>
          </a:stretch>
        </p:blipFill>
        <p:spPr>
          <a:xfrm>
            <a:off x="20" y="10"/>
            <a:ext cx="9143979" cy="53522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s-CL" sz="6500"/>
              <a:t>Insight y decisión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07C2F3-0A80-0D1F-FFAA-F86F840A05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28822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</Words>
  <Application>Microsoft Office PowerPoint</Application>
  <PresentationFormat>Presentación en pantalla (4:3)</PresentationFormat>
  <Paragraphs>17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Transformación Digital en TechCorp</vt:lpstr>
      <vt:lpstr>Resultados del negocio</vt:lpstr>
      <vt:lpstr>Eficiencia operativa</vt:lpstr>
      <vt:lpstr>Impacto de la adopción digital</vt:lpstr>
      <vt:lpstr>Desafío crítico</vt:lpstr>
      <vt:lpstr>Insight y decisión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PABLO CRISTIAN VOULLIEME BARRIENTOS</cp:lastModifiedBy>
  <cp:revision>2</cp:revision>
  <dcterms:created xsi:type="dcterms:W3CDTF">2013-01-27T09:14:16Z</dcterms:created>
  <dcterms:modified xsi:type="dcterms:W3CDTF">2026-04-15T01:01:03Z</dcterms:modified>
  <cp:category/>
</cp:coreProperties>
</file>